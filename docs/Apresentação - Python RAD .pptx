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Karnchang SemiCondensed Medium" charset="1" panose="00000000000000000000"/>
      <p:regular r:id="rId14"/>
    </p:embeddedFont>
    <p:embeddedFont>
      <p:font typeface="Poppins" charset="1" panose="00000500000000000000"/>
      <p:regular r:id="rId15"/>
    </p:embeddedFont>
    <p:embeddedFont>
      <p:font typeface="Karnchang SemiCondensed Semi-Bold" charset="1" panose="00000000000000000000"/>
      <p:regular r:id="rId16"/>
    </p:embeddedFont>
    <p:embeddedFont>
      <p:font typeface="Poppins Semi-Bold" charset="1" panose="000007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https://monitorias.andops.com.br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http://github.com/aryaneandrade/projeto-monitorias-uniruy" TargetMode="External" Type="http://schemas.openxmlformats.org/officeDocument/2006/relationships/hyperlink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https://www.linkedin.com/in/aryane-andrade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981248" y="0"/>
            <a:ext cx="8306753" cy="10287000"/>
          </a:xfrm>
          <a:custGeom>
            <a:avLst/>
            <a:gdLst/>
            <a:ahLst/>
            <a:cxnLst/>
            <a:rect r="r" b="b" t="t" l="l"/>
            <a:pathLst>
              <a:path h="10287000" w="8306753">
                <a:moveTo>
                  <a:pt x="8306752" y="0"/>
                </a:moveTo>
                <a:lnTo>
                  <a:pt x="0" y="0"/>
                </a:lnTo>
                <a:lnTo>
                  <a:pt x="0" y="10287000"/>
                </a:lnTo>
                <a:lnTo>
                  <a:pt x="8306752" y="10287000"/>
                </a:lnTo>
                <a:lnTo>
                  <a:pt x="83067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11119" y="1560020"/>
            <a:ext cx="8074014" cy="6842727"/>
            <a:chOff x="0" y="0"/>
            <a:chExt cx="10765352" cy="91236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765352" cy="9123636"/>
            </a:xfrm>
            <a:custGeom>
              <a:avLst/>
              <a:gdLst/>
              <a:ahLst/>
              <a:cxnLst/>
              <a:rect r="r" b="b" t="t" l="l"/>
              <a:pathLst>
                <a:path h="9123636" w="10765352">
                  <a:moveTo>
                    <a:pt x="0" y="0"/>
                  </a:moveTo>
                  <a:lnTo>
                    <a:pt x="10765352" y="0"/>
                  </a:lnTo>
                  <a:lnTo>
                    <a:pt x="10765352" y="9123636"/>
                  </a:lnTo>
                  <a:lnTo>
                    <a:pt x="0" y="9123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689832" y="745061"/>
              <a:ext cx="9385689" cy="8065826"/>
              <a:chOff x="0" y="0"/>
              <a:chExt cx="812800" cy="698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6888" y="0"/>
                <a:ext cx="799024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99024">
                    <a:moveTo>
                      <a:pt x="793070" y="371322"/>
                    </a:moveTo>
                    <a:lnTo>
                      <a:pt x="615554" y="676428"/>
                    </a:lnTo>
                    <a:cubicBezTo>
                      <a:pt x="607603" y="690093"/>
                      <a:pt x="592986" y="698500"/>
                      <a:pt x="577176" y="698500"/>
                    </a:cubicBezTo>
                    <a:lnTo>
                      <a:pt x="221848" y="698500"/>
                    </a:lnTo>
                    <a:cubicBezTo>
                      <a:pt x="206038" y="698500"/>
                      <a:pt x="191421" y="690093"/>
                      <a:pt x="183470" y="676428"/>
                    </a:cubicBezTo>
                    <a:lnTo>
                      <a:pt x="5954" y="371322"/>
                    </a:lnTo>
                    <a:cubicBezTo>
                      <a:pt x="-1985" y="357678"/>
                      <a:pt x="-1985" y="340822"/>
                      <a:pt x="5954" y="327178"/>
                    </a:cubicBezTo>
                    <a:lnTo>
                      <a:pt x="183470" y="22072"/>
                    </a:lnTo>
                    <a:cubicBezTo>
                      <a:pt x="191421" y="8407"/>
                      <a:pt x="206038" y="0"/>
                      <a:pt x="221848" y="0"/>
                    </a:cubicBezTo>
                    <a:lnTo>
                      <a:pt x="577176" y="0"/>
                    </a:lnTo>
                    <a:cubicBezTo>
                      <a:pt x="592986" y="0"/>
                      <a:pt x="607603" y="8407"/>
                      <a:pt x="615554" y="22072"/>
                    </a:cubicBezTo>
                    <a:lnTo>
                      <a:pt x="793070" y="327178"/>
                    </a:lnTo>
                    <a:cubicBezTo>
                      <a:pt x="801009" y="340822"/>
                      <a:pt x="801009" y="357678"/>
                      <a:pt x="793070" y="371322"/>
                    </a:cubicBezTo>
                    <a:close/>
                  </a:path>
                </a:pathLst>
              </a:custGeom>
              <a:blipFill>
                <a:blip r:embed="rId6">
                  <a:alphaModFix amt="97000"/>
                </a:blip>
                <a:stretch>
                  <a:fillRect l="-34667" t="0" r="-34667" b="0"/>
                </a:stretch>
              </a:blip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556053" y="5939878"/>
            <a:ext cx="7315200" cy="131064"/>
          </a:xfrm>
          <a:custGeom>
            <a:avLst/>
            <a:gdLst/>
            <a:ahLst/>
            <a:cxnLst/>
            <a:rect r="r" b="b" t="t" l="l"/>
            <a:pathLst>
              <a:path h="131064" w="7315200">
                <a:moveTo>
                  <a:pt x="0" y="0"/>
                </a:moveTo>
                <a:lnTo>
                  <a:pt x="7315200" y="0"/>
                </a:lnTo>
                <a:lnTo>
                  <a:pt x="7315200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56053" y="612668"/>
            <a:ext cx="2858803" cy="832064"/>
          </a:xfrm>
          <a:custGeom>
            <a:avLst/>
            <a:gdLst/>
            <a:ahLst/>
            <a:cxnLst/>
            <a:rect r="r" b="b" t="t" l="l"/>
            <a:pathLst>
              <a:path h="832064" w="2858803">
                <a:moveTo>
                  <a:pt x="0" y="0"/>
                </a:moveTo>
                <a:lnTo>
                  <a:pt x="2858804" y="0"/>
                </a:lnTo>
                <a:lnTo>
                  <a:pt x="2858804" y="832064"/>
                </a:lnTo>
                <a:lnTo>
                  <a:pt x="0" y="8320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0021" r="-1095" b="-3073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6053" y="3320132"/>
            <a:ext cx="8953582" cy="243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9"/>
              </a:lnSpc>
            </a:pPr>
            <a:r>
              <a:rPr lang="en-US" b="true" sz="6199">
                <a:solidFill>
                  <a:srgbClr val="000000"/>
                </a:solidFill>
                <a:latin typeface="Karnchang SemiCondensed Medium"/>
                <a:ea typeface="Karnchang SemiCondensed Medium"/>
                <a:cs typeface="Karnchang SemiCondensed Medium"/>
                <a:sym typeface="Karnchang SemiCondensed Medium"/>
              </a:rPr>
              <a:t>PLATAFORMA DE</a:t>
            </a:r>
          </a:p>
          <a:p>
            <a:pPr algn="l">
              <a:lnSpc>
                <a:spcPts val="8679"/>
              </a:lnSpc>
              <a:spcBef>
                <a:spcPct val="0"/>
              </a:spcBef>
            </a:pPr>
            <a:r>
              <a:rPr lang="en-US" b="true" sz="6199">
                <a:solidFill>
                  <a:srgbClr val="000000"/>
                </a:solidFill>
                <a:latin typeface="Karnchang SemiCondensed Medium"/>
                <a:ea typeface="Karnchang SemiCondensed Medium"/>
                <a:cs typeface="Karnchang SemiCondensed Medium"/>
                <a:sym typeface="Karnchang SemiCondensed Medium"/>
              </a:rPr>
              <a:t>MONITORIAS ACADÊMICAS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5603" y="8336072"/>
            <a:ext cx="743621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Apresentado por: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5603" y="8875187"/>
            <a:ext cx="743621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Aryane Andrade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5603" y="6292526"/>
            <a:ext cx="743621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Web para Gerenciamento de Monitorias Universitárias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21422"/>
            <a:ext cx="6580609" cy="117903"/>
          </a:xfrm>
          <a:custGeom>
            <a:avLst/>
            <a:gdLst/>
            <a:ahLst/>
            <a:cxnLst/>
            <a:rect r="r" b="b" t="t" l="l"/>
            <a:pathLst>
              <a:path h="117903" w="6580609">
                <a:moveTo>
                  <a:pt x="0" y="0"/>
                </a:moveTo>
                <a:lnTo>
                  <a:pt x="6580609" y="0"/>
                </a:lnTo>
                <a:lnTo>
                  <a:pt x="6580609" y="117903"/>
                </a:lnTo>
                <a:lnTo>
                  <a:pt x="0" y="117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38306" y="-2277013"/>
            <a:ext cx="4499387" cy="6637439"/>
            <a:chOff x="0" y="0"/>
            <a:chExt cx="5999183" cy="884991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999183" cy="7667164"/>
              <a:chOff x="0" y="0"/>
              <a:chExt cx="546542" cy="698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E4361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77137" y="2301700"/>
              <a:ext cx="5123662" cy="6548218"/>
              <a:chOff x="0" y="0"/>
              <a:chExt cx="546542" cy="698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85095A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028700" y="3917719"/>
            <a:ext cx="7218509" cy="5901131"/>
          </a:xfrm>
          <a:custGeom>
            <a:avLst/>
            <a:gdLst/>
            <a:ahLst/>
            <a:cxnLst/>
            <a:rect r="r" b="b" t="t" l="l"/>
            <a:pathLst>
              <a:path h="5901131" w="7218509">
                <a:moveTo>
                  <a:pt x="0" y="0"/>
                </a:moveTo>
                <a:lnTo>
                  <a:pt x="7218509" y="0"/>
                </a:lnTo>
                <a:lnTo>
                  <a:pt x="7218509" y="5901132"/>
                </a:lnTo>
                <a:lnTo>
                  <a:pt x="0" y="5901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47625" cap="sq">
            <a:solidFill>
              <a:srgbClr val="175835"/>
            </a:solidFill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79362" y="3421840"/>
            <a:ext cx="1831891" cy="1754036"/>
          </a:xfrm>
          <a:custGeom>
            <a:avLst/>
            <a:gdLst/>
            <a:ahLst/>
            <a:cxnLst/>
            <a:rect r="r" b="b" t="t" l="l"/>
            <a:pathLst>
              <a:path h="1754036" w="1831891">
                <a:moveTo>
                  <a:pt x="0" y="0"/>
                </a:moveTo>
                <a:lnTo>
                  <a:pt x="1831891" y="0"/>
                </a:lnTo>
                <a:lnTo>
                  <a:pt x="1831891" y="1754036"/>
                </a:lnTo>
                <a:lnTo>
                  <a:pt x="0" y="17540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647307"/>
            <a:ext cx="5199841" cy="11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</a:pPr>
            <a:r>
              <a:rPr lang="en-US" b="true" sz="6200">
                <a:solidFill>
                  <a:srgbClr val="000000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Introdução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344961"/>
            <a:ext cx="7610509" cy="57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1"/>
              </a:lnSpc>
              <a:spcBef>
                <a:spcPct val="0"/>
              </a:spcBef>
            </a:pPr>
            <a:r>
              <a:rPr lang="en-US" sz="32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Problemas identificado</a:t>
            </a:r>
            <a:r>
              <a:rPr lang="en-US" sz="32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77579" y="5297332"/>
            <a:ext cx="5989115" cy="837959"/>
            <a:chOff x="0" y="0"/>
            <a:chExt cx="1232328" cy="1724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2328" cy="172420"/>
            </a:xfrm>
            <a:custGeom>
              <a:avLst/>
              <a:gdLst/>
              <a:ahLst/>
              <a:cxnLst/>
              <a:rect r="r" b="b" t="t" l="l"/>
              <a:pathLst>
                <a:path h="172420" w="1232328">
                  <a:moveTo>
                    <a:pt x="20198" y="0"/>
                  </a:moveTo>
                  <a:lnTo>
                    <a:pt x="1212130" y="0"/>
                  </a:lnTo>
                  <a:cubicBezTo>
                    <a:pt x="1223285" y="0"/>
                    <a:pt x="1232328" y="9043"/>
                    <a:pt x="1232328" y="20198"/>
                  </a:cubicBezTo>
                  <a:lnTo>
                    <a:pt x="1232328" y="152222"/>
                  </a:lnTo>
                  <a:cubicBezTo>
                    <a:pt x="1232328" y="157579"/>
                    <a:pt x="1230200" y="162716"/>
                    <a:pt x="1226412" y="166504"/>
                  </a:cubicBezTo>
                  <a:cubicBezTo>
                    <a:pt x="1222625" y="170292"/>
                    <a:pt x="1217487" y="172420"/>
                    <a:pt x="1212130" y="172420"/>
                  </a:cubicBezTo>
                  <a:lnTo>
                    <a:pt x="20198" y="172420"/>
                  </a:lnTo>
                  <a:cubicBezTo>
                    <a:pt x="9043" y="172420"/>
                    <a:pt x="0" y="163377"/>
                    <a:pt x="0" y="152222"/>
                  </a:cubicBezTo>
                  <a:lnTo>
                    <a:pt x="0" y="20198"/>
                  </a:lnTo>
                  <a:cubicBezTo>
                    <a:pt x="0" y="14841"/>
                    <a:pt x="2128" y="9704"/>
                    <a:pt x="5916" y="5916"/>
                  </a:cubicBezTo>
                  <a:cubicBezTo>
                    <a:pt x="9704" y="2128"/>
                    <a:pt x="14841" y="0"/>
                    <a:pt x="20198" y="0"/>
                  </a:cubicBezTo>
                  <a:close/>
                </a:path>
              </a:pathLst>
            </a:custGeom>
            <a:solidFill>
              <a:srgbClr val="84085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32328" cy="220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b="true" sz="240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Controle manual de inscrições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77579" y="6868501"/>
            <a:ext cx="5989115" cy="1059028"/>
            <a:chOff x="0" y="0"/>
            <a:chExt cx="1232328" cy="2179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2328" cy="217907"/>
            </a:xfrm>
            <a:custGeom>
              <a:avLst/>
              <a:gdLst/>
              <a:ahLst/>
              <a:cxnLst/>
              <a:rect r="r" b="b" t="t" l="l"/>
              <a:pathLst>
                <a:path h="217907" w="1232328">
                  <a:moveTo>
                    <a:pt x="20198" y="0"/>
                  </a:moveTo>
                  <a:lnTo>
                    <a:pt x="1212130" y="0"/>
                  </a:lnTo>
                  <a:cubicBezTo>
                    <a:pt x="1223285" y="0"/>
                    <a:pt x="1232328" y="9043"/>
                    <a:pt x="1232328" y="20198"/>
                  </a:cubicBezTo>
                  <a:lnTo>
                    <a:pt x="1232328" y="197709"/>
                  </a:lnTo>
                  <a:cubicBezTo>
                    <a:pt x="1232328" y="203066"/>
                    <a:pt x="1230200" y="208203"/>
                    <a:pt x="1226412" y="211991"/>
                  </a:cubicBezTo>
                  <a:cubicBezTo>
                    <a:pt x="1222625" y="215779"/>
                    <a:pt x="1217487" y="217907"/>
                    <a:pt x="1212130" y="217907"/>
                  </a:cubicBezTo>
                  <a:lnTo>
                    <a:pt x="20198" y="217907"/>
                  </a:lnTo>
                  <a:cubicBezTo>
                    <a:pt x="14841" y="217907"/>
                    <a:pt x="9704" y="215779"/>
                    <a:pt x="5916" y="211991"/>
                  </a:cubicBezTo>
                  <a:cubicBezTo>
                    <a:pt x="2128" y="208203"/>
                    <a:pt x="0" y="203066"/>
                    <a:pt x="0" y="197709"/>
                  </a:cubicBezTo>
                  <a:lnTo>
                    <a:pt x="0" y="20198"/>
                  </a:lnTo>
                  <a:cubicBezTo>
                    <a:pt x="0" y="14841"/>
                    <a:pt x="2128" y="9704"/>
                    <a:pt x="5916" y="5916"/>
                  </a:cubicBezTo>
                  <a:cubicBezTo>
                    <a:pt x="9704" y="2128"/>
                    <a:pt x="14841" y="0"/>
                    <a:pt x="20198" y="0"/>
                  </a:cubicBezTo>
                  <a:close/>
                </a:path>
              </a:pathLst>
            </a:custGeom>
            <a:solidFill>
              <a:srgbClr val="84085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32328" cy="265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b="true" sz="240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Dificuldade de gerenciamento de vagas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77579" y="8660738"/>
            <a:ext cx="5989115" cy="837959"/>
            <a:chOff x="0" y="0"/>
            <a:chExt cx="1232328" cy="1724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32328" cy="172420"/>
            </a:xfrm>
            <a:custGeom>
              <a:avLst/>
              <a:gdLst/>
              <a:ahLst/>
              <a:cxnLst/>
              <a:rect r="r" b="b" t="t" l="l"/>
              <a:pathLst>
                <a:path h="172420" w="1232328">
                  <a:moveTo>
                    <a:pt x="20198" y="0"/>
                  </a:moveTo>
                  <a:lnTo>
                    <a:pt x="1212130" y="0"/>
                  </a:lnTo>
                  <a:cubicBezTo>
                    <a:pt x="1223285" y="0"/>
                    <a:pt x="1232328" y="9043"/>
                    <a:pt x="1232328" y="20198"/>
                  </a:cubicBezTo>
                  <a:lnTo>
                    <a:pt x="1232328" y="152222"/>
                  </a:lnTo>
                  <a:cubicBezTo>
                    <a:pt x="1232328" y="157579"/>
                    <a:pt x="1230200" y="162716"/>
                    <a:pt x="1226412" y="166504"/>
                  </a:cubicBezTo>
                  <a:cubicBezTo>
                    <a:pt x="1222625" y="170292"/>
                    <a:pt x="1217487" y="172420"/>
                    <a:pt x="1212130" y="172420"/>
                  </a:cubicBezTo>
                  <a:lnTo>
                    <a:pt x="20198" y="172420"/>
                  </a:lnTo>
                  <a:cubicBezTo>
                    <a:pt x="9043" y="172420"/>
                    <a:pt x="0" y="163377"/>
                    <a:pt x="0" y="152222"/>
                  </a:cubicBezTo>
                  <a:lnTo>
                    <a:pt x="0" y="20198"/>
                  </a:lnTo>
                  <a:cubicBezTo>
                    <a:pt x="0" y="14841"/>
                    <a:pt x="2128" y="9704"/>
                    <a:pt x="5916" y="5916"/>
                  </a:cubicBezTo>
                  <a:cubicBezTo>
                    <a:pt x="9704" y="2128"/>
                    <a:pt x="14841" y="0"/>
                    <a:pt x="20198" y="0"/>
                  </a:cubicBezTo>
                  <a:close/>
                </a:path>
              </a:pathLst>
            </a:custGeom>
            <a:solidFill>
              <a:srgbClr val="84085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32328" cy="220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b="true" sz="240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Informações descentralizadas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77579" y="3879879"/>
            <a:ext cx="5989115" cy="837959"/>
            <a:chOff x="0" y="0"/>
            <a:chExt cx="1232328" cy="1724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32328" cy="172420"/>
            </a:xfrm>
            <a:custGeom>
              <a:avLst/>
              <a:gdLst/>
              <a:ahLst/>
              <a:cxnLst/>
              <a:rect r="r" b="b" t="t" l="l"/>
              <a:pathLst>
                <a:path h="172420" w="1232328">
                  <a:moveTo>
                    <a:pt x="20198" y="0"/>
                  </a:moveTo>
                  <a:lnTo>
                    <a:pt x="1212130" y="0"/>
                  </a:lnTo>
                  <a:cubicBezTo>
                    <a:pt x="1223285" y="0"/>
                    <a:pt x="1232328" y="9043"/>
                    <a:pt x="1232328" y="20198"/>
                  </a:cubicBezTo>
                  <a:lnTo>
                    <a:pt x="1232328" y="152222"/>
                  </a:lnTo>
                  <a:cubicBezTo>
                    <a:pt x="1232328" y="157579"/>
                    <a:pt x="1230200" y="162716"/>
                    <a:pt x="1226412" y="166504"/>
                  </a:cubicBezTo>
                  <a:cubicBezTo>
                    <a:pt x="1222625" y="170292"/>
                    <a:pt x="1217487" y="172420"/>
                    <a:pt x="1212130" y="172420"/>
                  </a:cubicBezTo>
                  <a:lnTo>
                    <a:pt x="20198" y="172420"/>
                  </a:lnTo>
                  <a:cubicBezTo>
                    <a:pt x="9043" y="172420"/>
                    <a:pt x="0" y="163377"/>
                    <a:pt x="0" y="152222"/>
                  </a:cubicBezTo>
                  <a:lnTo>
                    <a:pt x="0" y="20198"/>
                  </a:lnTo>
                  <a:cubicBezTo>
                    <a:pt x="0" y="14841"/>
                    <a:pt x="2128" y="9704"/>
                    <a:pt x="5916" y="5916"/>
                  </a:cubicBezTo>
                  <a:cubicBezTo>
                    <a:pt x="9704" y="2128"/>
                    <a:pt x="14841" y="0"/>
                    <a:pt x="20198" y="0"/>
                  </a:cubicBezTo>
                  <a:close/>
                </a:path>
              </a:pathLst>
            </a:custGeom>
            <a:solidFill>
              <a:srgbClr val="8408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232328" cy="220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b="true" sz="240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Divulgação através de planilhas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21422"/>
            <a:ext cx="6580609" cy="117903"/>
          </a:xfrm>
          <a:custGeom>
            <a:avLst/>
            <a:gdLst/>
            <a:ahLst/>
            <a:cxnLst/>
            <a:rect r="r" b="b" t="t" l="l"/>
            <a:pathLst>
              <a:path h="117903" w="6580609">
                <a:moveTo>
                  <a:pt x="0" y="0"/>
                </a:moveTo>
                <a:lnTo>
                  <a:pt x="6580609" y="0"/>
                </a:lnTo>
                <a:lnTo>
                  <a:pt x="6580609" y="117903"/>
                </a:lnTo>
                <a:lnTo>
                  <a:pt x="0" y="117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38306" y="-2277013"/>
            <a:ext cx="4499387" cy="6637439"/>
            <a:chOff x="0" y="0"/>
            <a:chExt cx="5999183" cy="884991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999183" cy="7667164"/>
              <a:chOff x="0" y="0"/>
              <a:chExt cx="546542" cy="698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E4361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77137" y="2301700"/>
              <a:ext cx="5123662" cy="6548218"/>
              <a:chOff x="0" y="0"/>
              <a:chExt cx="546542" cy="698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85095A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028700" y="3437574"/>
            <a:ext cx="9236941" cy="5820726"/>
          </a:xfrm>
          <a:custGeom>
            <a:avLst/>
            <a:gdLst/>
            <a:ahLst/>
            <a:cxnLst/>
            <a:rect r="r" b="b" t="t" l="l"/>
            <a:pathLst>
              <a:path h="5820726" w="9236941">
                <a:moveTo>
                  <a:pt x="0" y="0"/>
                </a:moveTo>
                <a:lnTo>
                  <a:pt x="9236941" y="0"/>
                </a:lnTo>
                <a:lnTo>
                  <a:pt x="9236941" y="5820726"/>
                </a:lnTo>
                <a:lnTo>
                  <a:pt x="0" y="5820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76" t="0" r="-12468" b="0"/>
            </a:stretch>
          </a:blipFill>
          <a:ln w="38100" cap="sq">
            <a:solidFill>
              <a:srgbClr val="85095A"/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647307"/>
            <a:ext cx="5199841" cy="11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</a:pPr>
            <a:r>
              <a:rPr lang="en-US" b="true" sz="6200">
                <a:solidFill>
                  <a:srgbClr val="000000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Solução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42119" y="5158632"/>
            <a:ext cx="5096187" cy="837959"/>
            <a:chOff x="0" y="0"/>
            <a:chExt cx="1048598" cy="1724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598" cy="172420"/>
            </a:xfrm>
            <a:custGeom>
              <a:avLst/>
              <a:gdLst/>
              <a:ahLst/>
              <a:cxnLst/>
              <a:rect r="r" b="b" t="t" l="l"/>
              <a:pathLst>
                <a:path h="172420" w="1048598">
                  <a:moveTo>
                    <a:pt x="23737" y="0"/>
                  </a:moveTo>
                  <a:lnTo>
                    <a:pt x="1024861" y="0"/>
                  </a:lnTo>
                  <a:cubicBezTo>
                    <a:pt x="1031157" y="0"/>
                    <a:pt x="1037194" y="2501"/>
                    <a:pt x="1041646" y="6952"/>
                  </a:cubicBezTo>
                  <a:cubicBezTo>
                    <a:pt x="1046097" y="11404"/>
                    <a:pt x="1048598" y="17441"/>
                    <a:pt x="1048598" y="23737"/>
                  </a:cubicBezTo>
                  <a:lnTo>
                    <a:pt x="1048598" y="148683"/>
                  </a:lnTo>
                  <a:cubicBezTo>
                    <a:pt x="1048598" y="154978"/>
                    <a:pt x="1046097" y="161016"/>
                    <a:pt x="1041646" y="165467"/>
                  </a:cubicBezTo>
                  <a:cubicBezTo>
                    <a:pt x="1037194" y="169919"/>
                    <a:pt x="1031157" y="172420"/>
                    <a:pt x="1024861" y="172420"/>
                  </a:cubicBezTo>
                  <a:lnTo>
                    <a:pt x="23737" y="172420"/>
                  </a:lnTo>
                  <a:cubicBezTo>
                    <a:pt x="17441" y="172420"/>
                    <a:pt x="11404" y="169919"/>
                    <a:pt x="6952" y="165467"/>
                  </a:cubicBezTo>
                  <a:cubicBezTo>
                    <a:pt x="2501" y="161016"/>
                    <a:pt x="0" y="154978"/>
                    <a:pt x="0" y="148683"/>
                  </a:cubicBezTo>
                  <a:lnTo>
                    <a:pt x="0" y="23737"/>
                  </a:lnTo>
                  <a:cubicBezTo>
                    <a:pt x="0" y="17441"/>
                    <a:pt x="2501" y="11404"/>
                    <a:pt x="6952" y="6952"/>
                  </a:cubicBezTo>
                  <a:cubicBezTo>
                    <a:pt x="11404" y="2501"/>
                    <a:pt x="17441" y="0"/>
                    <a:pt x="23737" y="0"/>
                  </a:cubicBezTo>
                  <a:close/>
                </a:path>
              </a:pathLst>
            </a:custGeom>
            <a:solidFill>
              <a:srgbClr val="8408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48598" cy="220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b="true" sz="240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Autenticação de monitores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75068" y="2528254"/>
            <a:ext cx="7802101" cy="57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1"/>
              </a:lnSpc>
              <a:spcBef>
                <a:spcPct val="0"/>
              </a:spcBef>
            </a:pPr>
            <a:r>
              <a:rPr lang="en-US" sz="32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Plataforma Web Centrali</a:t>
            </a:r>
            <a:r>
              <a:rPr lang="en-US" sz="323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zada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42119" y="6769156"/>
            <a:ext cx="5096187" cy="837959"/>
            <a:chOff x="0" y="0"/>
            <a:chExt cx="1048598" cy="1724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8598" cy="172420"/>
            </a:xfrm>
            <a:custGeom>
              <a:avLst/>
              <a:gdLst/>
              <a:ahLst/>
              <a:cxnLst/>
              <a:rect r="r" b="b" t="t" l="l"/>
              <a:pathLst>
                <a:path h="172420" w="1048598">
                  <a:moveTo>
                    <a:pt x="23737" y="0"/>
                  </a:moveTo>
                  <a:lnTo>
                    <a:pt x="1024861" y="0"/>
                  </a:lnTo>
                  <a:cubicBezTo>
                    <a:pt x="1031157" y="0"/>
                    <a:pt x="1037194" y="2501"/>
                    <a:pt x="1041646" y="6952"/>
                  </a:cubicBezTo>
                  <a:cubicBezTo>
                    <a:pt x="1046097" y="11404"/>
                    <a:pt x="1048598" y="17441"/>
                    <a:pt x="1048598" y="23737"/>
                  </a:cubicBezTo>
                  <a:lnTo>
                    <a:pt x="1048598" y="148683"/>
                  </a:lnTo>
                  <a:cubicBezTo>
                    <a:pt x="1048598" y="154978"/>
                    <a:pt x="1046097" y="161016"/>
                    <a:pt x="1041646" y="165467"/>
                  </a:cubicBezTo>
                  <a:cubicBezTo>
                    <a:pt x="1037194" y="169919"/>
                    <a:pt x="1031157" y="172420"/>
                    <a:pt x="1024861" y="172420"/>
                  </a:cubicBezTo>
                  <a:lnTo>
                    <a:pt x="23737" y="172420"/>
                  </a:lnTo>
                  <a:cubicBezTo>
                    <a:pt x="17441" y="172420"/>
                    <a:pt x="11404" y="169919"/>
                    <a:pt x="6952" y="165467"/>
                  </a:cubicBezTo>
                  <a:cubicBezTo>
                    <a:pt x="2501" y="161016"/>
                    <a:pt x="0" y="154978"/>
                    <a:pt x="0" y="148683"/>
                  </a:cubicBezTo>
                  <a:lnTo>
                    <a:pt x="0" y="23737"/>
                  </a:lnTo>
                  <a:cubicBezTo>
                    <a:pt x="0" y="17441"/>
                    <a:pt x="2501" y="11404"/>
                    <a:pt x="6952" y="6952"/>
                  </a:cubicBezTo>
                  <a:cubicBezTo>
                    <a:pt x="11404" y="2501"/>
                    <a:pt x="17441" y="0"/>
                    <a:pt x="23737" y="0"/>
                  </a:cubicBezTo>
                  <a:close/>
                </a:path>
              </a:pathLst>
            </a:custGeom>
            <a:solidFill>
              <a:srgbClr val="84085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48598" cy="220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b="true" sz="240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Gerenciamento de monitorias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42119" y="8378640"/>
            <a:ext cx="5220940" cy="837959"/>
            <a:chOff x="0" y="0"/>
            <a:chExt cx="1074267" cy="1724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4267" cy="172420"/>
            </a:xfrm>
            <a:custGeom>
              <a:avLst/>
              <a:gdLst/>
              <a:ahLst/>
              <a:cxnLst/>
              <a:rect r="r" b="b" t="t" l="l"/>
              <a:pathLst>
                <a:path h="172420" w="1074267">
                  <a:moveTo>
                    <a:pt x="23170" y="0"/>
                  </a:moveTo>
                  <a:lnTo>
                    <a:pt x="1051098" y="0"/>
                  </a:lnTo>
                  <a:cubicBezTo>
                    <a:pt x="1057243" y="0"/>
                    <a:pt x="1063136" y="2441"/>
                    <a:pt x="1067481" y="6786"/>
                  </a:cubicBezTo>
                  <a:cubicBezTo>
                    <a:pt x="1071826" y="11131"/>
                    <a:pt x="1074267" y="17025"/>
                    <a:pt x="1074267" y="23170"/>
                  </a:cubicBezTo>
                  <a:lnTo>
                    <a:pt x="1074267" y="149250"/>
                  </a:lnTo>
                  <a:cubicBezTo>
                    <a:pt x="1074267" y="162046"/>
                    <a:pt x="1063894" y="172420"/>
                    <a:pt x="1051098" y="172420"/>
                  </a:cubicBezTo>
                  <a:lnTo>
                    <a:pt x="23170" y="172420"/>
                  </a:lnTo>
                  <a:cubicBezTo>
                    <a:pt x="10373" y="172420"/>
                    <a:pt x="0" y="162046"/>
                    <a:pt x="0" y="149250"/>
                  </a:cubicBezTo>
                  <a:lnTo>
                    <a:pt x="0" y="23170"/>
                  </a:lnTo>
                  <a:cubicBezTo>
                    <a:pt x="0" y="10373"/>
                    <a:pt x="10373" y="0"/>
                    <a:pt x="23170" y="0"/>
                  </a:cubicBezTo>
                  <a:close/>
                </a:path>
              </a:pathLst>
            </a:custGeom>
            <a:solidFill>
              <a:srgbClr val="84085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74267" cy="220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b="true" sz="240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Controle de inscrições e vagas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42119" y="3437574"/>
            <a:ext cx="5096187" cy="837959"/>
            <a:chOff x="0" y="0"/>
            <a:chExt cx="1048598" cy="1724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8598" cy="172420"/>
            </a:xfrm>
            <a:custGeom>
              <a:avLst/>
              <a:gdLst/>
              <a:ahLst/>
              <a:cxnLst/>
              <a:rect r="r" b="b" t="t" l="l"/>
              <a:pathLst>
                <a:path h="172420" w="1048598">
                  <a:moveTo>
                    <a:pt x="23737" y="0"/>
                  </a:moveTo>
                  <a:lnTo>
                    <a:pt x="1024861" y="0"/>
                  </a:lnTo>
                  <a:cubicBezTo>
                    <a:pt x="1031157" y="0"/>
                    <a:pt x="1037194" y="2501"/>
                    <a:pt x="1041646" y="6952"/>
                  </a:cubicBezTo>
                  <a:cubicBezTo>
                    <a:pt x="1046097" y="11404"/>
                    <a:pt x="1048598" y="17441"/>
                    <a:pt x="1048598" y="23737"/>
                  </a:cubicBezTo>
                  <a:lnTo>
                    <a:pt x="1048598" y="148683"/>
                  </a:lnTo>
                  <a:cubicBezTo>
                    <a:pt x="1048598" y="154978"/>
                    <a:pt x="1046097" y="161016"/>
                    <a:pt x="1041646" y="165467"/>
                  </a:cubicBezTo>
                  <a:cubicBezTo>
                    <a:pt x="1037194" y="169919"/>
                    <a:pt x="1031157" y="172420"/>
                    <a:pt x="1024861" y="172420"/>
                  </a:cubicBezTo>
                  <a:lnTo>
                    <a:pt x="23737" y="172420"/>
                  </a:lnTo>
                  <a:cubicBezTo>
                    <a:pt x="17441" y="172420"/>
                    <a:pt x="11404" y="169919"/>
                    <a:pt x="6952" y="165467"/>
                  </a:cubicBezTo>
                  <a:cubicBezTo>
                    <a:pt x="2501" y="161016"/>
                    <a:pt x="0" y="154978"/>
                    <a:pt x="0" y="148683"/>
                  </a:cubicBezTo>
                  <a:lnTo>
                    <a:pt x="0" y="23737"/>
                  </a:lnTo>
                  <a:cubicBezTo>
                    <a:pt x="0" y="17441"/>
                    <a:pt x="2501" y="11404"/>
                    <a:pt x="6952" y="6952"/>
                  </a:cubicBezTo>
                  <a:cubicBezTo>
                    <a:pt x="11404" y="2501"/>
                    <a:pt x="17441" y="0"/>
                    <a:pt x="23737" y="0"/>
                  </a:cubicBezTo>
                  <a:close/>
                </a:path>
              </a:pathLst>
            </a:custGeom>
            <a:solidFill>
              <a:srgbClr val="84085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048598" cy="220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b="true" sz="240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Interface Responsiva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21422"/>
            <a:ext cx="6580609" cy="117903"/>
          </a:xfrm>
          <a:custGeom>
            <a:avLst/>
            <a:gdLst/>
            <a:ahLst/>
            <a:cxnLst/>
            <a:rect r="r" b="b" t="t" l="l"/>
            <a:pathLst>
              <a:path h="117903" w="6580609">
                <a:moveTo>
                  <a:pt x="0" y="0"/>
                </a:moveTo>
                <a:lnTo>
                  <a:pt x="6580609" y="0"/>
                </a:lnTo>
                <a:lnTo>
                  <a:pt x="6580609" y="117903"/>
                </a:lnTo>
                <a:lnTo>
                  <a:pt x="0" y="117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38306" y="-2277013"/>
            <a:ext cx="4499387" cy="6637439"/>
            <a:chOff x="0" y="0"/>
            <a:chExt cx="5999183" cy="884991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999183" cy="7667164"/>
              <a:chOff x="0" y="0"/>
              <a:chExt cx="546542" cy="698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E4361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77137" y="2301700"/>
              <a:ext cx="5123662" cy="6548218"/>
              <a:chOff x="0" y="0"/>
              <a:chExt cx="546542" cy="698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85095A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2248143" y="3063573"/>
            <a:ext cx="13791713" cy="5810813"/>
          </a:xfrm>
          <a:custGeom>
            <a:avLst/>
            <a:gdLst/>
            <a:ahLst/>
            <a:cxnLst/>
            <a:rect r="r" b="b" t="t" l="l"/>
            <a:pathLst>
              <a:path h="5810813" w="13791713">
                <a:moveTo>
                  <a:pt x="0" y="0"/>
                </a:moveTo>
                <a:lnTo>
                  <a:pt x="13791714" y="0"/>
                </a:lnTo>
                <a:lnTo>
                  <a:pt x="13791714" y="5810813"/>
                </a:lnTo>
                <a:lnTo>
                  <a:pt x="0" y="5810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647307"/>
            <a:ext cx="5199841" cy="11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</a:pPr>
            <a:r>
              <a:rPr lang="en-US" b="true" sz="6200">
                <a:solidFill>
                  <a:srgbClr val="000000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Tecnologias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21422"/>
            <a:ext cx="6580609" cy="117903"/>
          </a:xfrm>
          <a:custGeom>
            <a:avLst/>
            <a:gdLst/>
            <a:ahLst/>
            <a:cxnLst/>
            <a:rect r="r" b="b" t="t" l="l"/>
            <a:pathLst>
              <a:path h="117903" w="6580609">
                <a:moveTo>
                  <a:pt x="0" y="0"/>
                </a:moveTo>
                <a:lnTo>
                  <a:pt x="6580609" y="0"/>
                </a:lnTo>
                <a:lnTo>
                  <a:pt x="6580609" y="117903"/>
                </a:lnTo>
                <a:lnTo>
                  <a:pt x="0" y="117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38306" y="-2277013"/>
            <a:ext cx="4499387" cy="6637439"/>
            <a:chOff x="0" y="0"/>
            <a:chExt cx="5999183" cy="884991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999183" cy="7667164"/>
              <a:chOff x="0" y="0"/>
              <a:chExt cx="546542" cy="698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E4361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77137" y="2301700"/>
              <a:ext cx="5123662" cy="6548218"/>
              <a:chOff x="0" y="0"/>
              <a:chExt cx="546542" cy="698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85095A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3180893" y="2089256"/>
            <a:ext cx="11926215" cy="8065103"/>
          </a:xfrm>
          <a:custGeom>
            <a:avLst/>
            <a:gdLst/>
            <a:ahLst/>
            <a:cxnLst/>
            <a:rect r="r" b="b" t="t" l="l"/>
            <a:pathLst>
              <a:path h="8065103" w="11926215">
                <a:moveTo>
                  <a:pt x="0" y="0"/>
                </a:moveTo>
                <a:lnTo>
                  <a:pt x="11926214" y="0"/>
                </a:lnTo>
                <a:lnTo>
                  <a:pt x="11926214" y="8065103"/>
                </a:lnTo>
                <a:lnTo>
                  <a:pt x="0" y="8065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647307"/>
            <a:ext cx="5199841" cy="11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</a:pPr>
            <a:r>
              <a:rPr lang="en-US" b="true" sz="6200">
                <a:solidFill>
                  <a:srgbClr val="000000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Modelagem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21422"/>
            <a:ext cx="6580609" cy="117903"/>
          </a:xfrm>
          <a:custGeom>
            <a:avLst/>
            <a:gdLst/>
            <a:ahLst/>
            <a:cxnLst/>
            <a:rect r="r" b="b" t="t" l="l"/>
            <a:pathLst>
              <a:path h="117903" w="6580609">
                <a:moveTo>
                  <a:pt x="0" y="0"/>
                </a:moveTo>
                <a:lnTo>
                  <a:pt x="6580609" y="0"/>
                </a:lnTo>
                <a:lnTo>
                  <a:pt x="6580609" y="117903"/>
                </a:lnTo>
                <a:lnTo>
                  <a:pt x="0" y="117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38306" y="-2277013"/>
            <a:ext cx="4499387" cy="6637439"/>
            <a:chOff x="0" y="0"/>
            <a:chExt cx="5999183" cy="884991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999183" cy="7667164"/>
              <a:chOff x="0" y="0"/>
              <a:chExt cx="546542" cy="698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E4361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77137" y="2301700"/>
              <a:ext cx="5123662" cy="6548218"/>
              <a:chOff x="0" y="0"/>
              <a:chExt cx="546542" cy="698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85095A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2876732" y="2077614"/>
            <a:ext cx="12534535" cy="8022103"/>
          </a:xfrm>
          <a:custGeom>
            <a:avLst/>
            <a:gdLst/>
            <a:ahLst/>
            <a:cxnLst/>
            <a:rect r="r" b="b" t="t" l="l"/>
            <a:pathLst>
              <a:path h="8022103" w="12534535">
                <a:moveTo>
                  <a:pt x="0" y="0"/>
                </a:moveTo>
                <a:lnTo>
                  <a:pt x="12534536" y="0"/>
                </a:lnTo>
                <a:lnTo>
                  <a:pt x="12534536" y="8022103"/>
                </a:lnTo>
                <a:lnTo>
                  <a:pt x="0" y="8022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647307"/>
            <a:ext cx="5199841" cy="11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</a:pPr>
            <a:r>
              <a:rPr lang="en-US" b="true" sz="6200">
                <a:solidFill>
                  <a:srgbClr val="000000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Arquitetura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21422"/>
            <a:ext cx="6580609" cy="117903"/>
          </a:xfrm>
          <a:custGeom>
            <a:avLst/>
            <a:gdLst/>
            <a:ahLst/>
            <a:cxnLst/>
            <a:rect r="r" b="b" t="t" l="l"/>
            <a:pathLst>
              <a:path h="117903" w="6580609">
                <a:moveTo>
                  <a:pt x="0" y="0"/>
                </a:moveTo>
                <a:lnTo>
                  <a:pt x="6580609" y="0"/>
                </a:lnTo>
                <a:lnTo>
                  <a:pt x="6580609" y="117903"/>
                </a:lnTo>
                <a:lnTo>
                  <a:pt x="0" y="117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38306" y="-2277013"/>
            <a:ext cx="4499387" cy="6637439"/>
            <a:chOff x="0" y="0"/>
            <a:chExt cx="5999183" cy="884991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999183" cy="7667164"/>
              <a:chOff x="0" y="0"/>
              <a:chExt cx="546542" cy="698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E4361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77137" y="2301700"/>
              <a:ext cx="5123662" cy="6548218"/>
              <a:chOff x="0" y="0"/>
              <a:chExt cx="546542" cy="698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85095A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028700" y="2639076"/>
            <a:ext cx="474541" cy="474541"/>
          </a:xfrm>
          <a:custGeom>
            <a:avLst/>
            <a:gdLst/>
            <a:ahLst/>
            <a:cxnLst/>
            <a:rect r="r" b="b" t="t" l="l"/>
            <a:pathLst>
              <a:path h="474541" w="474541">
                <a:moveTo>
                  <a:pt x="0" y="0"/>
                </a:moveTo>
                <a:lnTo>
                  <a:pt x="474541" y="0"/>
                </a:lnTo>
                <a:lnTo>
                  <a:pt x="474541" y="474542"/>
                </a:lnTo>
                <a:lnTo>
                  <a:pt x="0" y="4745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149745" y="3607337"/>
            <a:ext cx="5988511" cy="5988511"/>
          </a:xfrm>
          <a:custGeom>
            <a:avLst/>
            <a:gdLst/>
            <a:ahLst/>
            <a:cxnLst/>
            <a:rect r="r" b="b" t="t" l="l"/>
            <a:pathLst>
              <a:path h="5988511" w="5988511">
                <a:moveTo>
                  <a:pt x="0" y="0"/>
                </a:moveTo>
                <a:lnTo>
                  <a:pt x="5988510" y="0"/>
                </a:lnTo>
                <a:lnTo>
                  <a:pt x="5988510" y="5988511"/>
                </a:lnTo>
                <a:lnTo>
                  <a:pt x="0" y="59885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647307"/>
            <a:ext cx="5199841" cy="11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</a:pPr>
            <a:r>
              <a:rPr lang="en-US" b="true" sz="6200">
                <a:solidFill>
                  <a:srgbClr val="000000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Acesso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6417" y="2460938"/>
            <a:ext cx="7844218" cy="71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17"/>
              </a:lnSpc>
              <a:spcBef>
                <a:spcPct val="0"/>
              </a:spcBef>
            </a:pPr>
            <a:r>
              <a:rPr lang="en-US" sz="40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URL: </a:t>
            </a:r>
            <a:r>
              <a:rPr lang="en-US" sz="40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7" tooltip="https://monitorias.andops.com.br"/>
              </a:rPr>
              <a:t>monitorias.andops.com.br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41336" y="3553018"/>
            <a:ext cx="9205328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7200">
                <a:solidFill>
                  <a:srgbClr val="840859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Obrigada pela atenção!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64467" y="6810726"/>
            <a:ext cx="5299758" cy="852351"/>
            <a:chOff x="0" y="0"/>
            <a:chExt cx="1395821" cy="224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5821" cy="224488"/>
            </a:xfrm>
            <a:custGeom>
              <a:avLst/>
              <a:gdLst/>
              <a:ahLst/>
              <a:cxnLst/>
              <a:rect r="r" b="b" t="t" l="l"/>
              <a:pathLst>
                <a:path h="224488" w="1395821">
                  <a:moveTo>
                    <a:pt x="21912" y="0"/>
                  </a:moveTo>
                  <a:lnTo>
                    <a:pt x="1373909" y="0"/>
                  </a:lnTo>
                  <a:cubicBezTo>
                    <a:pt x="1379721" y="0"/>
                    <a:pt x="1385294" y="2309"/>
                    <a:pt x="1389403" y="6418"/>
                  </a:cubicBezTo>
                  <a:cubicBezTo>
                    <a:pt x="1393513" y="10527"/>
                    <a:pt x="1395821" y="16101"/>
                    <a:pt x="1395821" y="21912"/>
                  </a:cubicBezTo>
                  <a:lnTo>
                    <a:pt x="1395821" y="202575"/>
                  </a:lnTo>
                  <a:cubicBezTo>
                    <a:pt x="1395821" y="208387"/>
                    <a:pt x="1393513" y="213960"/>
                    <a:pt x="1389403" y="218070"/>
                  </a:cubicBezTo>
                  <a:cubicBezTo>
                    <a:pt x="1385294" y="222179"/>
                    <a:pt x="1379721" y="224488"/>
                    <a:pt x="1373909" y="224488"/>
                  </a:cubicBezTo>
                  <a:lnTo>
                    <a:pt x="21912" y="224488"/>
                  </a:lnTo>
                  <a:cubicBezTo>
                    <a:pt x="16101" y="224488"/>
                    <a:pt x="10527" y="222179"/>
                    <a:pt x="6418" y="218070"/>
                  </a:cubicBezTo>
                  <a:cubicBezTo>
                    <a:pt x="2309" y="213960"/>
                    <a:pt x="0" y="208387"/>
                    <a:pt x="0" y="202575"/>
                  </a:cubicBezTo>
                  <a:lnTo>
                    <a:pt x="0" y="21912"/>
                  </a:lnTo>
                  <a:cubicBezTo>
                    <a:pt x="0" y="16101"/>
                    <a:pt x="2309" y="10527"/>
                    <a:pt x="6418" y="6418"/>
                  </a:cubicBezTo>
                  <a:cubicBezTo>
                    <a:pt x="10527" y="2309"/>
                    <a:pt x="16101" y="0"/>
                    <a:pt x="21912" y="0"/>
                  </a:cubicBezTo>
                  <a:close/>
                </a:path>
              </a:pathLst>
            </a:custGeom>
            <a:solidFill>
              <a:srgbClr val="8509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395821" cy="291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7975519"/>
            <a:ext cx="480178" cy="480178"/>
            <a:chOff x="0" y="0"/>
            <a:chExt cx="640237" cy="64023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40237" cy="64023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361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2059" lIns="12059" bIns="12059" rIns="12059"/>
              <a:lstStyle/>
              <a:p>
                <a:pPr algn="ctr" marL="0" indent="0" lvl="0">
                  <a:lnSpc>
                    <a:spcPts val="299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71581" y="171581"/>
              <a:ext cx="297076" cy="297076"/>
            </a:xfrm>
            <a:custGeom>
              <a:avLst/>
              <a:gdLst/>
              <a:ahLst/>
              <a:cxnLst/>
              <a:rect r="r" b="b" t="t" l="l"/>
              <a:pathLst>
                <a:path h="297076" w="297076">
                  <a:moveTo>
                    <a:pt x="0" y="0"/>
                  </a:moveTo>
                  <a:lnTo>
                    <a:pt x="297076" y="0"/>
                  </a:lnTo>
                  <a:lnTo>
                    <a:pt x="297076" y="297076"/>
                  </a:lnTo>
                  <a:lnTo>
                    <a:pt x="0" y="297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253157" y="6968932"/>
            <a:ext cx="2750928" cy="47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INFORMAÇÕES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9019" y="8055358"/>
            <a:ext cx="1371497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Link do Projeto no Github: </a:t>
            </a:r>
            <a:r>
              <a:rPr lang="en-US" b="true" sz="2400" u="sng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  <a:hlinkClick r:id="rId4" tooltip="http://github.com/aryaneandrade/projeto-monitorias-uniruy"/>
              </a:rPr>
              <a:t>github.com/aryaneandrade/projeto-monitorias-uniruy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038306" y="-2277013"/>
            <a:ext cx="4499387" cy="6637439"/>
            <a:chOff x="0" y="0"/>
            <a:chExt cx="5999183" cy="884991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999183" cy="7667164"/>
              <a:chOff x="0" y="0"/>
              <a:chExt cx="546542" cy="698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E4361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77137" y="2301700"/>
              <a:ext cx="5123662" cy="6548218"/>
              <a:chOff x="0" y="0"/>
              <a:chExt cx="546542" cy="698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46542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6542">
                    <a:moveTo>
                      <a:pt x="546542" y="349250"/>
                    </a:moveTo>
                    <a:lnTo>
                      <a:pt x="343342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343342" y="0"/>
                    </a:lnTo>
                    <a:lnTo>
                      <a:pt x="546542" y="349250"/>
                    </a:lnTo>
                    <a:close/>
                  </a:path>
                </a:pathLst>
              </a:custGeom>
              <a:solidFill>
                <a:srgbClr val="85095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14300" y="-38100"/>
                <a:ext cx="317942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20" id="20"/>
          <p:cNvSpPr/>
          <p:nvPr/>
        </p:nvSpPr>
        <p:spPr>
          <a:xfrm flipH="false" flipV="false" rot="0">
            <a:off x="1028700" y="1821422"/>
            <a:ext cx="6580609" cy="117903"/>
          </a:xfrm>
          <a:custGeom>
            <a:avLst/>
            <a:gdLst/>
            <a:ahLst/>
            <a:cxnLst/>
            <a:rect r="r" b="b" t="t" l="l"/>
            <a:pathLst>
              <a:path h="117903" w="6580609">
                <a:moveTo>
                  <a:pt x="0" y="0"/>
                </a:moveTo>
                <a:lnTo>
                  <a:pt x="6580609" y="0"/>
                </a:lnTo>
                <a:lnTo>
                  <a:pt x="6580609" y="117903"/>
                </a:lnTo>
                <a:lnTo>
                  <a:pt x="0" y="1179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647307"/>
            <a:ext cx="5199841" cy="11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</a:pPr>
            <a:r>
              <a:rPr lang="en-US" b="true" sz="6200">
                <a:solidFill>
                  <a:srgbClr val="000000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Fim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700" y="8579522"/>
            <a:ext cx="480178" cy="480178"/>
            <a:chOff x="0" y="0"/>
            <a:chExt cx="640237" cy="640237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40237" cy="640237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361D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2059" lIns="12059" bIns="12059" rIns="12059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171581" y="255505"/>
              <a:ext cx="297076" cy="129228"/>
            </a:xfrm>
            <a:custGeom>
              <a:avLst/>
              <a:gdLst/>
              <a:ahLst/>
              <a:cxnLst/>
              <a:rect r="r" b="b" t="t" l="l"/>
              <a:pathLst>
                <a:path h="129228" w="297076">
                  <a:moveTo>
                    <a:pt x="0" y="0"/>
                  </a:moveTo>
                  <a:lnTo>
                    <a:pt x="297076" y="0"/>
                  </a:lnTo>
                  <a:lnTo>
                    <a:pt x="297076" y="129228"/>
                  </a:lnTo>
                  <a:lnTo>
                    <a:pt x="0" y="12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769019" y="8610665"/>
            <a:ext cx="10384208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Linkedln: </a:t>
            </a:r>
            <a:r>
              <a:rPr lang="en-US" b="true" sz="24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  <a:hlinkClick r:id="rId9" tooltip="https://www.linkedin.com/in/aryane-andrade/"/>
              </a:rPr>
              <a:t>www.linkedin.com/in/aryane-andrade/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DAHKlnRhTe4</dc:identifier>
  <dcterms:modified xsi:type="dcterms:W3CDTF">2011-08-01T06:04:30Z</dcterms:modified>
  <cp:revision>1</cp:revision>
  <dc:title>Apresentação - Python RAD </dc:title>
</cp:coreProperties>
</file>